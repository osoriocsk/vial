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proyecto-simulacion-j3rtudxi8wdcmzbyvddbfg.streamlit.app/" TargetMode="External"/><Relationship Id="rId2" Type="http://schemas.openxmlformats.org/officeDocument/2006/relationships/hyperlink" Target="https://github.com/PedroSuarez1402/proyecto-simulac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65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Tecnológicas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Santander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E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Noveno Semestre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1945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2606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Steven Suárez Sánchez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Santiago Osorio Calderón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Jaidiver Lombo Guzmán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7315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Digital de Tráfico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13716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Ciclos Semafóricos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Intersección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2148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27 × Calle 45 — Bucaramanga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27432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E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7432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7432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E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7432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7432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E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7432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27432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E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27432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Discretos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4805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Simulación Digital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96012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8092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Bucaramanga pierde 42 minutos/día por habitante en congestión vehicular (AMB, 2023). La intersección Cra 27 × Calle 45 es uno de los puntos más críticos de la ciudad.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51760" cy="2377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Fijos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semáforos operan con fases fijas que no responden a la variación dinámica del tráfico real.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651760" cy="2377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33172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 Cra 27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Cra 27 recibe ~18 veh/min vs. 12 veh/min de Calle 45, generando colas asimétricas.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331720"/>
            <a:ext cx="2651760" cy="2377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33172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2648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Evaluación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modelo cuantitativo local que evalúe el impacto de cambios en los ciclos semafóricos.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 modelo de simulación digital evaluar y optimizar los ciclos semafóricos reduciendo tiempos de espera en esta intersección?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hizo?  —  Justificación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20624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6128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4005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congestión reduce la calidad de vida de miles de bumangueses diariamente. Una mejora en la sincronización semafórica tiene efecto inmediato en la movilidad urbana.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2062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16128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 Tecnológica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572768"/>
            <a:ext cx="4005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SimPy son herramientas Open Source, multiplataforma y académicamente validadas para modelar sistemas de colas y eventos discretos. Permiten reproducibilidad total.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08152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 Académica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493008"/>
            <a:ext cx="4005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aplica los contenidos de la asignatura Simulación Digital (SimPy, distribuciones de probabilidad, teoría de colas M/D/1) a un problema real de Bucaramanga.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42062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308152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Local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493008"/>
            <a:ext cx="4005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modelo de simulación público para esta intersección. El proyecto genera datos cuantitativos que pueden orientar decisiones reales del AMB o futuros proyectos.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hizo?  —  Descripción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61288"/>
            <a:ext cx="8092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Desarrollar un modelo de simulación de eventos discretos en Python para evaluar y optimizar ciclos semafóricos en la Cra 27 × Calle 45 de Bucaramanga.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Escenarios Simulados: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2606040" cy="1417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4871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55s / 55s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(ciclo fijo equilibrado)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2487168"/>
            <a:ext cx="2606040" cy="1417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24871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3081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+Verde Cra 27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401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65s / 45s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(favorece flujo mayor)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2487168"/>
            <a:ext cx="2606040" cy="1417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24871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3081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+Verde Calle 45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401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45s / 65s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(favorece flujo menor)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416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Medidos: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3616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Tiempo de espera promedio (s)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3616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Cola máxima por vía (veh)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Throughput vehículos procesados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70916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Nivel de Servicio (LOS)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hizo?  —  Metodología Técnica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2918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704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572768"/>
            <a:ext cx="73152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727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base del modelo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194560"/>
            <a:ext cx="73152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194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42316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eventos discretos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816352"/>
            <a:ext cx="73152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8163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0449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/ DataFrames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438144"/>
            <a:ext cx="73152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43814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66674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interactivas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4059936"/>
            <a:ext cx="73152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405993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28853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del simulador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11704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Modelo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0" y="1572768"/>
            <a:ext cx="5029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31920" y="16184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Parámetros de entrada (tasas AMB, semilla, horizonte)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2148840"/>
            <a:ext cx="5029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31920" y="219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Generación de vehículos (llegadas exponenciales Poisson)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2724912"/>
            <a:ext cx="5029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31920" y="27706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Proceso semáforo (ciclo verde→amarillo→rojo, 120s)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0" y="3300984"/>
            <a:ext cx="5029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31920" y="334670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Sistema de colas por vía (M/D/1 — Cra 27 y Calle 45)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3877056"/>
            <a:ext cx="5029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931920" y="39227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Recolección de métricas segundo a segundo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4453128"/>
            <a:ext cx="5029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931920" y="44988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Comparación de escenarios + exportación CSV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Clave del Modelo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Cra 27 (N-S)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Calle 45 (E-W)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Tasa de llegada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18 veh/min (0.3/s)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12 veh/min (0.2/s)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Distribución llegadas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Exponencial (Poisson)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Exponencial (Poisson)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Tiempo de cruce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2 s/vehículo (determinista)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2 s/vehículo (determinista)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Verde escenario base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55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55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Amarillo (ambas fases)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5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5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Ciclo total semáforo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120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120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Horizonte simulación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3600 s (1 hora)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Semilla aleatoria base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42 (reproducible)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modelo: M/D/1 (llegadas Markovianas, servicio Determinista, 1 servidor por fase semafórica)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6949440" cy="3200400"/>
          </a:xfrm>
          <a:prstGeom prst="rect">
            <a:avLst/>
          </a:prstGeom>
          <a:solidFill>
            <a:srgbClr val="0E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97280" y="914400"/>
            <a:ext cx="69494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0972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Aplicación en Vivo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691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interactivo desplegado en Streamlit Cloud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2194560"/>
            <a:ext cx="6217920" cy="640080"/>
          </a:xfrm>
          <a:prstGeom prst="rect">
            <a:avLst/>
          </a:prstGeom>
          <a:solidFill>
            <a:srgbClr val="091E36"/>
          </a:solidFill>
          <a:ln/>
        </p:spPr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1508760" y="2231136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https://proyecto-simulacion-j3rtudxi8wdcmzbyvddbfg.streamlit.app/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297180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719072" y="2971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parámetros en tiempo real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97180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2971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escenarios semafóricos comparables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335584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719072" y="33558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interactivas Plotly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35584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010912" y="33558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CSV de resultados</a:t>
            </a:r>
            <a:endParaRPr lang="en-US" sz="110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1280160" y="4206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Código fuente: github.com/PedroSuarez1402/proyecto-simulacion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—  Accede al Simulador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Digital de Tráfico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27 × Calle 45 — Bucaramanga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SimPy  ·  Streamlit  ·  UTS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Steven Suárez Sánchez  ·  Kevin Santiago Osorio Calderón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Jaidiver Lombo Guzmán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— Noveno Semestre — Unidades Tecnológicas de Santander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Simulación Digital de Tráfico - Cra 27 con Calle 45, Bucaramanga</dc:title>
  <dc:subject>PptxGenJS Presentation</dc:subject>
  <dc:creator>PptxGenJS</dc:creator>
  <cp:lastModifiedBy>PptxGenJS</cp:lastModifiedBy>
  <cp:revision>1</cp:revision>
  <dcterms:created xsi:type="dcterms:W3CDTF">2026-06-03T02:15:56Z</dcterms:created>
  <dcterms:modified xsi:type="dcterms:W3CDTF">2026-06-03T02:15:56Z</dcterms:modified>
</cp:coreProperties>
</file>